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3" d="100"/>
          <a:sy n="93" d="100"/>
        </p:scale>
        <p:origin x="27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822960"/>
            <a:ext cx="146304" cy="914400"/>
          </a:xfrm>
          <a:prstGeom prst="rect">
            <a:avLst/>
          </a:prstGeom>
          <a:solidFill>
            <a:srgbClr val="CA5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822960"/>
            <a:ext cx="9875520" cy="32004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defRPr sz="1200" b="1">
                <a:solidFill>
                  <a:srgbClr val="CA5B30"/>
                </a:solidFill>
                <a:latin typeface="Aptos"/>
              </a:defRPr>
            </a:pPr>
            <a:r>
              <a:t>DATA VISUALIZATION  /  ASSIGNMENT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508760"/>
            <a:ext cx="10241280" cy="150876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defRPr sz="4200" b="1">
                <a:solidFill>
                  <a:srgbClr val="232320"/>
                </a:solidFill>
                <a:latin typeface="Aptos"/>
              </a:defRPr>
            </a:pPr>
            <a:r>
              <a:t>Earnings in</a:t>
            </a:r>
          </a:p>
          <a:p>
            <a:pPr algn="l">
              <a:defRPr sz="4200" b="1">
                <a:solidFill>
                  <a:srgbClr val="232320"/>
                </a:solidFill>
                <a:latin typeface="Aptos"/>
              </a:defRPr>
            </a:pPr>
            <a:r>
              <a:t>Urban Sindh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3337560"/>
            <a:ext cx="1828800" cy="54864"/>
          </a:xfrm>
          <a:prstGeom prst="rect">
            <a:avLst/>
          </a:prstGeom>
          <a:solidFill>
            <a:srgbClr val="CA5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3657600"/>
            <a:ext cx="9601200" cy="50292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defRPr sz="1900" b="0">
                <a:solidFill>
                  <a:srgbClr val="69665F"/>
                </a:solidFill>
                <a:latin typeface="Aptos"/>
              </a:defRPr>
            </a:pPr>
            <a:r>
              <a:t>What changes across the earnings distribution and age groups?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800600"/>
            <a:ext cx="6858000" cy="32004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defRPr sz="1500" b="1">
                <a:solidFill>
                  <a:srgbClr val="232320"/>
                </a:solidFill>
                <a:latin typeface="Aptos"/>
              </a:defRPr>
            </a:pPr>
            <a:r>
              <a:t>PSLM 2019–20  |  Variant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257800"/>
            <a:ext cx="6858000" cy="464743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defRPr sz="1300" b="0">
                <a:solidFill>
                  <a:srgbClr val="69665F"/>
                </a:solidFill>
                <a:latin typeface="Aptos"/>
              </a:defRPr>
            </a:pPr>
            <a:r>
              <a:rPr dirty="0"/>
              <a:t>Registration: FA24-BEDS-019</a:t>
            </a:r>
            <a:endParaRPr lang="en-US" dirty="0"/>
          </a:p>
          <a:p>
            <a:pPr algn="l">
              <a:defRPr sz="1300" b="0">
                <a:solidFill>
                  <a:srgbClr val="69665F"/>
                </a:solidFill>
                <a:latin typeface="Aptos"/>
              </a:defRPr>
            </a:pPr>
            <a:r>
              <a:rPr lang="en-US" dirty="0"/>
              <a:t>Student’s Name: Ayesha Iftikhar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1097280" y="6126480"/>
            <a:ext cx="8686800" cy="22860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defRPr sz="900" b="1">
                <a:solidFill>
                  <a:srgbClr val="69665F"/>
                </a:solidFill>
                <a:latin typeface="Aptos"/>
              </a:defRPr>
            </a:pPr>
            <a:r>
              <a:t>ECO346  •  DATA VISUALIZATION TECHNIQUES FOR ECONOMISTS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502920"/>
            <a:ext cx="109728" cy="438912"/>
          </a:xfrm>
          <a:prstGeom prst="rect">
            <a:avLst/>
          </a:prstGeom>
          <a:solidFill>
            <a:srgbClr val="CA5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475488"/>
            <a:ext cx="10789920" cy="50292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defRPr sz="2700" b="1">
                <a:solidFill>
                  <a:srgbClr val="232320"/>
                </a:solidFill>
                <a:latin typeface="Aptos"/>
              </a:defRPr>
            </a:pPr>
            <a:r>
              <a:t>01  /  The earnings distribution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46520"/>
            <a:ext cx="10972800" cy="13716"/>
          </a:xfrm>
          <a:prstGeom prst="rect">
            <a:avLst/>
          </a:prstGeom>
          <a:solidFill>
            <a:srgbClr val="696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8686800" cy="201168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defRPr sz="900" b="1">
                <a:solidFill>
                  <a:srgbClr val="69665F"/>
                </a:solidFill>
                <a:latin typeface="Aptos"/>
              </a:defRPr>
            </a:pPr>
            <a:r>
              <a:t>ECO346  /  PSLM 2019–20  /  URBAN SINDH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02920" cy="22860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r">
              <a:defRPr sz="1000" b="1">
                <a:solidFill>
                  <a:srgbClr val="CA5B30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188720"/>
            <a:ext cx="5029200" cy="45720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defRPr sz="1700" b="1">
                <a:solidFill>
                  <a:srgbClr val="232320"/>
                </a:solidFill>
                <a:latin typeface="Aptos"/>
              </a:defRPr>
            </a:pPr>
            <a:r>
              <a:t>Most earners cluster well below the top.</a:t>
            </a:r>
          </a:p>
        </p:txBody>
      </p:sp>
      <p:pic>
        <p:nvPicPr>
          <p:cNvPr id="8" name="Picture 7" descr="q2_hist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783080"/>
            <a:ext cx="6492240" cy="389534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315200" y="1508760"/>
            <a:ext cx="402336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52360" y="1618488"/>
            <a:ext cx="3749040" cy="22860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defRPr sz="900" b="1">
                <a:solidFill>
                  <a:srgbClr val="69665F"/>
                </a:solidFill>
                <a:latin typeface="Aptos"/>
              </a:defRPr>
            </a:pPr>
            <a:r>
              <a:t>WEIGHTED MEDIAN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1892807"/>
            <a:ext cx="3749040" cy="36576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defRPr sz="2100" b="1">
                <a:solidFill>
                  <a:srgbClr val="CA5B30"/>
                </a:solidFill>
                <a:latin typeface="Aptos"/>
              </a:defRPr>
            </a:pPr>
            <a:r>
              <a:t>Rs 264,000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2560320"/>
            <a:ext cx="402336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52360" y="2670048"/>
            <a:ext cx="3749040" cy="22860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defRPr sz="900" b="1">
                <a:solidFill>
                  <a:srgbClr val="69665F"/>
                </a:solidFill>
                <a:latin typeface="Aptos"/>
              </a:defRPr>
            </a:pPr>
            <a:r>
              <a:t>10TH PERCENTILE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2944368"/>
            <a:ext cx="3749040" cy="36576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defRPr sz="2100" b="1">
                <a:solidFill>
                  <a:srgbClr val="CA5B30"/>
                </a:solidFill>
                <a:latin typeface="Aptos"/>
              </a:defRPr>
            </a:pPr>
            <a:r>
              <a:t>Rs 120,000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3611880"/>
            <a:ext cx="402336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52360" y="3721608"/>
            <a:ext cx="3749040" cy="22860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defRPr sz="900" b="1">
                <a:solidFill>
                  <a:srgbClr val="69665F"/>
                </a:solidFill>
                <a:latin typeface="Aptos"/>
              </a:defRPr>
            </a:pPr>
            <a:r>
              <a:t>90TH PERCENTILE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3995928"/>
            <a:ext cx="3749040" cy="36576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defRPr sz="2100" b="1">
                <a:solidFill>
                  <a:srgbClr val="CA5B30"/>
                </a:solidFill>
                <a:latin typeface="Aptos"/>
              </a:defRPr>
            </a:pPr>
            <a:r>
              <a:t>Rs 696,000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0" y="4709160"/>
            <a:ext cx="4023360" cy="868680"/>
          </a:xfrm>
          <a:prstGeom prst="roundRect">
            <a:avLst/>
          </a:prstGeom>
          <a:solidFill>
            <a:srgbClr val="CA5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98079" y="4828032"/>
            <a:ext cx="3657600" cy="201168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ptos"/>
              </a:defRPr>
            </a:pPr>
            <a:r>
              <a:t>P90 / P10 RATIO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5084064"/>
            <a:ext cx="3657600" cy="36576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ptos"/>
              </a:defRPr>
            </a:pPr>
            <a:r>
              <a:t>5.80×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806440"/>
            <a:ext cx="10515600" cy="36576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defRPr sz="1000" b="0">
                <a:solidFill>
                  <a:srgbClr val="69665F"/>
                </a:solidFill>
                <a:latin typeface="Aptos"/>
              </a:defRPr>
            </a:pPr>
            <a:r>
              <a:t>Sample: 2,644 earners aged 15–64 with positive annual earnings. Statistics weighted by household weight.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502920"/>
            <a:ext cx="109728" cy="438912"/>
          </a:xfrm>
          <a:prstGeom prst="rect">
            <a:avLst/>
          </a:prstGeom>
          <a:solidFill>
            <a:srgbClr val="CA5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475488"/>
            <a:ext cx="10789920" cy="50292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defRPr sz="2700" b="1">
                <a:solidFill>
                  <a:srgbClr val="232320"/>
                </a:solidFill>
                <a:latin typeface="Aptos"/>
              </a:defRPr>
            </a:pPr>
            <a:r>
              <a:t>02  /  Earnings across age groups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46520"/>
            <a:ext cx="10972800" cy="13716"/>
          </a:xfrm>
          <a:prstGeom prst="rect">
            <a:avLst/>
          </a:prstGeom>
          <a:solidFill>
            <a:srgbClr val="696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8686800" cy="201168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defRPr sz="900" b="1">
                <a:solidFill>
                  <a:srgbClr val="69665F"/>
                </a:solidFill>
                <a:latin typeface="Aptos"/>
              </a:defRPr>
            </a:pPr>
            <a:r>
              <a:t>ECO346  /  PSLM 2019–20  /  URBAN SINDH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02920" cy="22860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r">
              <a:defRPr sz="1000" b="1">
                <a:solidFill>
                  <a:srgbClr val="CA5B30"/>
                </a:solidFill>
                <a:latin typeface="Aptos"/>
              </a:defRPr>
            </a:pPr>
            <a:r>
              <a:t>03</a:t>
            </a:r>
          </a:p>
        </p:txBody>
      </p:sp>
      <p:pic>
        <p:nvPicPr>
          <p:cNvPr id="7" name="Picture 6" descr="q3_earnings_by_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7315200" cy="43891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092440" y="1508760"/>
            <a:ext cx="338328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75320" y="1645920"/>
            <a:ext cx="3017520" cy="22860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defRPr sz="900" b="1">
                <a:solidFill>
                  <a:srgbClr val="69665F"/>
                </a:solidFill>
                <a:latin typeface="Aptos"/>
              </a:defRPr>
            </a:pPr>
            <a:r>
              <a:t>HIGHEST WEIGHTED MEAN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1920240"/>
            <a:ext cx="3017520" cy="36576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defRPr sz="2200" b="1">
                <a:solidFill>
                  <a:srgbClr val="CA5B30"/>
                </a:solidFill>
                <a:latin typeface="Aptos"/>
              </a:defRPr>
            </a:pPr>
            <a:r>
              <a:t>Rs 542,400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2331720"/>
            <a:ext cx="3017520" cy="27432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defRPr sz="1200" b="1">
                <a:solidFill>
                  <a:srgbClr val="232320"/>
                </a:solidFill>
                <a:latin typeface="Aptos"/>
              </a:defRPr>
            </a:pPr>
            <a:r>
              <a:t>Ages 55–59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2743200"/>
            <a:ext cx="338328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75320" y="2880360"/>
            <a:ext cx="3017520" cy="22860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defRPr sz="900" b="1">
                <a:solidFill>
                  <a:srgbClr val="69665F"/>
                </a:solidFill>
                <a:latin typeface="Aptos"/>
              </a:defRPr>
            </a:pPr>
            <a:r>
              <a:t>AGES 25–29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3154680"/>
            <a:ext cx="3017520" cy="36576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defRPr sz="2000" b="1">
                <a:solidFill>
                  <a:srgbClr val="232320"/>
                </a:solidFill>
                <a:latin typeface="Aptos"/>
              </a:defRPr>
            </a:pPr>
            <a:r>
              <a:t>Rs 303,154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3840480"/>
            <a:ext cx="338328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75320" y="3977639"/>
            <a:ext cx="3017520" cy="22860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defRPr sz="900" b="1">
                <a:solidFill>
                  <a:srgbClr val="69665F"/>
                </a:solidFill>
                <a:latin typeface="Aptos"/>
              </a:defRPr>
            </a:pPr>
            <a:r>
              <a:t>AGES 45–49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4251960"/>
            <a:ext cx="3017520" cy="36576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defRPr sz="2000" b="1">
                <a:solidFill>
                  <a:srgbClr val="232320"/>
                </a:solidFill>
                <a:latin typeface="Aptos"/>
              </a:defRPr>
            </a:pPr>
            <a:r>
              <a:t>Rs 431,697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5074920"/>
            <a:ext cx="3200400" cy="77724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defRPr sz="1100" b="0">
                <a:solidFill>
                  <a:srgbClr val="69665F"/>
                </a:solidFill>
                <a:latin typeface="Aptos"/>
              </a:defRPr>
            </a:pPr>
            <a:r>
              <a:t>The pattern is not perfectly steady. This cross-sectional data does not track the same people over 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502920"/>
            <a:ext cx="109728" cy="438912"/>
          </a:xfrm>
          <a:prstGeom prst="rect">
            <a:avLst/>
          </a:prstGeom>
          <a:solidFill>
            <a:srgbClr val="CA5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475488"/>
            <a:ext cx="10789920" cy="50292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defRPr sz="2700" b="1">
                <a:solidFill>
                  <a:srgbClr val="232320"/>
                </a:solidFill>
                <a:latin typeface="Aptos"/>
              </a:defRPr>
            </a:pPr>
            <a:r>
              <a:t>03  /  From default to redesign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46520"/>
            <a:ext cx="10972800" cy="13716"/>
          </a:xfrm>
          <a:prstGeom prst="rect">
            <a:avLst/>
          </a:prstGeom>
          <a:solidFill>
            <a:srgbClr val="696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8686800" cy="201168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defRPr sz="900" b="1">
                <a:solidFill>
                  <a:srgbClr val="69665F"/>
                </a:solidFill>
                <a:latin typeface="Aptos"/>
              </a:defRPr>
            </a:pPr>
            <a:r>
              <a:t>ECO346  /  PSLM 2019–20  /  URBAN SINDH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02920" cy="22860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r">
              <a:defRPr sz="1000" b="1">
                <a:solidFill>
                  <a:srgbClr val="CA5B30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43000"/>
            <a:ext cx="5120640" cy="32004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defRPr sz="1100" b="1">
                <a:solidFill>
                  <a:srgbClr val="69665F"/>
                </a:solidFill>
                <a:latin typeface="Aptos"/>
              </a:defRPr>
            </a:pPr>
            <a:r>
              <a:t>BEFORE  /  DEFAULT SCATTER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143000"/>
            <a:ext cx="5120640" cy="32004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defRPr sz="1100" b="1">
                <a:solidFill>
                  <a:srgbClr val="CA5B30"/>
                </a:solidFill>
                <a:latin typeface="Aptos"/>
              </a:defRPr>
            </a:pPr>
            <a:r>
              <a:t>AFTER  /  REDESIGNED VIEW</a:t>
            </a:r>
          </a:p>
        </p:txBody>
      </p:sp>
      <p:pic>
        <p:nvPicPr>
          <p:cNvPr id="9" name="Picture 8" descr="defa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554480"/>
            <a:ext cx="5394960" cy="3853543"/>
          </a:xfrm>
          <a:prstGeom prst="rect">
            <a:avLst/>
          </a:prstGeom>
        </p:spPr>
      </p:pic>
      <p:pic>
        <p:nvPicPr>
          <p:cNvPr id="10" name="Picture 9" descr="q3_earnings_by_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554480"/>
            <a:ext cx="5394960" cy="323697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31520" y="5166360"/>
            <a:ext cx="512064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5303520"/>
            <a:ext cx="4754880" cy="36576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defRPr sz="1200" b="0">
                <a:solidFill>
                  <a:srgbClr val="232320"/>
                </a:solidFill>
                <a:latin typeface="Aptos"/>
              </a:defRPr>
            </a:pPr>
            <a:r>
              <a:t>Raw points; heavy overlap and limited context.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5166360"/>
            <a:ext cx="512064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0" y="5303520"/>
            <a:ext cx="4754880" cy="36576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defRPr sz="1200" b="0">
                <a:solidFill>
                  <a:srgbClr val="232320"/>
                </a:solidFill>
                <a:latin typeface="Aptos"/>
              </a:defRPr>
            </a:pPr>
            <a:r>
              <a:t>Transparency, log scale and weighted age-band means.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989320"/>
            <a:ext cx="10698480" cy="27432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l">
              <a:defRPr sz="1100" b="1">
                <a:solidFill>
                  <a:srgbClr val="CA5B30"/>
                </a:solidFill>
                <a:latin typeface="Aptos"/>
              </a:defRPr>
            </a:pPr>
            <a:r>
              <a:t>The redesign clarifies the overall pattern but hides some raw-point detail.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195</Words>
  <Application>Microsoft Office PowerPoint</Application>
  <PresentationFormat>Widescreen</PresentationFormat>
  <Paragraphs>40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Ayesha Iftikhar</cp:lastModifiedBy>
  <cp:revision>2</cp:revision>
  <dcterms:created xsi:type="dcterms:W3CDTF">2013-01-27T09:14:16Z</dcterms:created>
  <dcterms:modified xsi:type="dcterms:W3CDTF">2026-10-26T16:20:35Z</dcterms:modified>
  <cp:category/>
</cp:coreProperties>
</file>